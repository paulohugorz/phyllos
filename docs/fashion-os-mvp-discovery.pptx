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182880"/>
            <a:ext cx="3200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8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PHYLLOS  ·  FASHION 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de MVP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2286000" cy="36576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26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CAD de ajuste de moldes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costureiras, profissionais e estudantes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·  3 agentes paralelos  ·  PHYLLOS Startup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0D"/>
          </a:solidFill>
          <a:ln w="12700">
            <a:solidFill>
              <a:srgbClr val="0F0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estamos construindo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web de ajuste de moldes 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insere medidas em campos simples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o molde ajustado em tempo real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PDF tesselado para imprimir em casa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conhecimento técnico de modelagem exigido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6576" cy="292608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NÃO 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Audaces ou Optitex (overkill industrial)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exige saber grading ou vetores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CAD de criação do zero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modelista para produção em escala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Canva para modelagem. Qualquer costureira ajusta um molde em 5 min, sem saber nada de CAD."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DISCOVERY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Agentes Paralelos. 1 Síntese.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8A8280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651760" cy="2377440"/>
          </a:xfrm>
          <a:prstGeom prst="rect">
            <a:avLst/>
          </a:prstGeom>
          <a:solidFill>
            <a:srgbClr val="181816"/>
          </a:solidFill>
          <a:ln w="12700">
            <a:solidFill>
              <a:srgbClr val="4A9B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651760" cy="54864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LEAD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Usuário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ICP, dores, JTBD,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pagar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2560320"/>
            <a:ext cx="201168" cy="201168"/>
          </a:xfrm>
          <a:prstGeom prst="ellipse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17320"/>
            <a:ext cx="2651760" cy="2377440"/>
          </a:xfrm>
          <a:prstGeom prst="rect">
            <a:avLst/>
          </a:prstGeom>
          <a:solidFill>
            <a:srgbClr val="181816"/>
          </a:solidFill>
          <a:ln w="12700">
            <a:solidFill>
              <a:srgbClr val="C08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17320"/>
            <a:ext cx="2651760" cy="54864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Escopo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MVP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Must/Should/Won't,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mínimo,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parâmetros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560320"/>
            <a:ext cx="201168" cy="201168"/>
          </a:xfrm>
          <a:prstGeom prst="ellipse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417320"/>
            <a:ext cx="2651760" cy="2377440"/>
          </a:xfrm>
          <a:prstGeom prst="rect">
            <a:avLst/>
          </a:prstGeom>
          <a:solidFill>
            <a:srgbClr val="181816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17320"/>
            <a:ext cx="265176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DIRECTOR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Mercado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TAM/SOM, concorrentes,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560320"/>
            <a:ext cx="201168" cy="20116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 →  MVP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realizado com 3 agentes Claude rodando em paralelo — CX, Product e Strategy — com briefings independentes e síntese pelo Founder Agent.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INICIAL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3 perguntas centrais enviadas para cada agente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716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LEAD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7373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"Para cada segmento (costureira, profissional, estudante): quais são as dores principais, comportamento atual, critérios de decisão, objeções e disposição para pagar?"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3566160"/>
            <a:ext cx="2523744" cy="36576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6576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prioritário + 3 dores universais + canal de pré-venda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716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"Quais são as funcionalidades essenciais do MVP? Qual o fluxo mínimo do usuário? Quais tipos de peça cobrir primeiro e quais são os 80% dos ajustes reais?"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0128" y="3566160"/>
            <a:ext cx="2523744" cy="36576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36576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+ fluxo 6 etapas + critério de pronto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743200" cy="731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3716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DIRECTOR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7373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"Quais são os concorrentes, o TAM/SAM/SOM, o posicionamento ideal, o modelo de monetização e as hipóteses críticas a validar antes de construir?"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6208" y="3566160"/>
            <a:ext cx="2523744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6576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 + modelo freemium + 5 hipóteses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0D"/>
          </a:solidFill>
          <a:ln w="12700">
            <a:solidFill>
              <a:srgbClr val="0F0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777240" cy="502920"/>
          </a:xfrm>
          <a:prstGeom prst="ellipse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to Be Done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tem um "job principal": a tarefa central que a ferramenta deve resolver. Define o que é essencial vs. nice-to-have.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1737360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234440"/>
            <a:ext cx="777240" cy="502920"/>
          </a:xfrm>
          <a:prstGeom prst="ellipse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34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MoSCoW Prioritization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 / Won't Have. Aplicado para separar o núcleo do MVP de scope creep e roadmap futuro.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73736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73152" cy="1737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00400"/>
            <a:ext cx="777240" cy="5029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/ SAM / SOM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total, servível e capturável. Estimativa de 400 mil usuários pagantes no Brasil como SAM. Meta de 500 pagantes em 12 meses.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206240" cy="173736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63240"/>
            <a:ext cx="73152" cy="1737360"/>
          </a:xfrm>
          <a:prstGeom prst="rect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200400"/>
            <a:ext cx="777240" cy="502920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004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Hipóteses Críticas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Ordenadas por risco. A primeira que cair derruba o negócio. Valida comportamento, dor, conversão, canal e escala técnica.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CX LEAD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3 Segmentos e o ICP Prioritário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234440"/>
            <a:ext cx="2834640" cy="3611880"/>
          </a:xfrm>
          <a:prstGeom prst="rect">
            <a:avLst/>
          </a:prstGeom>
          <a:solidFill>
            <a:srgbClr val="181816"/>
          </a:solidFill>
          <a:ln w="12700">
            <a:solidFill>
              <a:srgbClr val="4A9B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234440"/>
            <a:ext cx="2834640" cy="73152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325880"/>
            <a:ext cx="1005840" cy="274320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PRIORITÁRIO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COSTUREIRA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"Ajustar o molde para o corpo da minha cliente sem três provas e sem perder tecido"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2560320" cy="36576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principais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de tabela ≠ corpo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perdido em prova/reprova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saber nomear o problema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em escala errada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R$ 15–25/mês ou R$ 9–19 por molde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1234440"/>
            <a:ext cx="2834640" cy="3611880"/>
          </a:xfrm>
          <a:prstGeom prst="rect">
            <a:avLst/>
          </a:prstGeom>
          <a:solidFill>
            <a:srgbClr val="181816"/>
          </a:solidFill>
          <a:ln w="12700">
            <a:solidFill>
              <a:srgbClr val="2A2A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234440"/>
            <a:ext cx="2834640" cy="73152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"Gerar molde correto para prototipar sem contratar modelista para cada iteração"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2651760"/>
            <a:ext cx="2560320" cy="36576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principais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3017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Audaces é overkill e caro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 lenta por causa do molde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imprecisa com costureira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Moldes não versionados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R$ 59–89/mês — tolerância maior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1234440"/>
            <a:ext cx="2834640" cy="3611880"/>
          </a:xfrm>
          <a:prstGeom prst="rect">
            <a:avLst/>
          </a:prstGeom>
          <a:solidFill>
            <a:srgbClr val="181816"/>
          </a:solidFill>
          <a:ln w="12700">
            <a:solidFill>
              <a:srgbClr val="2A2A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234440"/>
            <a:ext cx="2834640" cy="731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0216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"Ajustar molde base rapidamente e entender o que estou fazendo para apresentar com confiança"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2651760"/>
            <a:ext cx="2560320" cy="36576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principais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0216" y="3017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insuficiente no curso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base difícil de adaptar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entre teoria e execução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curto em projetos práticos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/ R$ 19–29 estudante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CX LEAD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3 Dores Universais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 nos 3 segmentos. Precisam estar resolvidas no MVP.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Ajustar sem técnica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sabem o resultado que querem, mas não sabem o caminho técnico. A ferramenta deve eliminar a necessidade de saber a técnica antes de usar.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27432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160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Usuária abandona antes de completar o fluxo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64992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64992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Molde ≠ corpo real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64992" y="29718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Moldes base de qualquer sistema são sobre silhueta padrão que não existe. Busto alto, tronco longo, quadril largo relativo à cintura — são a regra, não a exceção.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4160520"/>
            <a:ext cx="2743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160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Resultado não é usável — churn imediato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5544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318504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Imprimir corretamente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18504" y="29718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molde digital ao papel físico existe uma etapa que elimina muitas pessoas: escala correta, folhas certas, montagem. É citada como ponto de abandono nos 3 segmentos.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1344" y="4160520"/>
            <a:ext cx="274320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1605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Tecido cortado errado = prejuízo real = NPS destruído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0D"/>
          </a:solidFill>
          <a:ln w="12700">
            <a:solidFill>
              <a:srgbClr val="0F0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PRODUCT DIRECTOR  ·  Escopo do MVP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moldes base (mín. 3 peças)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medidas em linguagem simples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numérico por parâmetro (+/- cm)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2D do molde em tempo 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A4 tesselado com margem de costura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Quadrado de verificação de escala no 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visível quando medidas saem do range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1828800" cy="347472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para ajuste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projetos por usuário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DXF/SVG para ploter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visual antes/depois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005840"/>
            <a:ext cx="214884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058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4173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3D / drape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Gradação automática (PP–G)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multiusuário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gerativa do zero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por ploter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8595360" cy="292608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94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PEÇAS: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79476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Calça reta  →  2. Saia reta/lápis  →  3. Blusa básica  →  4. Camiseta  →  5. Vestido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parece essencial mas e scope creep no MVP. Risco tecnico alto: "aumentar quadril 4cm" tem multiplas interpretacoes dependendo do ponto de referencia do molde. Entra na v2 apos entrevistas.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PRODUCT DIRECTOR  ·  Fluxo Mínimo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zero ao molde impresso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menos de 5 minutos para quem já tem as medidas anotadas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371600" cy="64008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Selecionar peça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visuais: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Calça · Saia · Blusa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login, sem cadastro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19072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463040"/>
            <a:ext cx="1371600" cy="6400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A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92224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Inserir medidas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92224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simples nomeados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padrão no tamanho 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Tooltip: onde medir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63824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3824" y="1463040"/>
            <a:ext cx="13716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36976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 molde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36976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2D imediato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+/- 1cm por parâmetro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do molde visível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35424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08576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1463040"/>
            <a:ext cx="13716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681728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Configurar impressão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100% (padrão)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ou A3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costura editável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0176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53328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3328" y="1463040"/>
            <a:ext cx="1371600" cy="64008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8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126480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Baixar PDF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proeminente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+ linha de fio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de impressão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24928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0" y="1463040"/>
            <a:ext cx="1371600" cy="2286000"/>
          </a:xfrm>
          <a:prstGeom prst="rect">
            <a:avLst/>
          </a:prstGeom>
          <a:solidFill>
            <a:srgbClr val="181816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463040"/>
            <a:ext cx="13716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554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571232" y="21945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Imprimir e cortar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71232" y="2651760"/>
            <a:ext cx="1225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no 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Quadrado de verificação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pronto para riscar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81816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PRONTO: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costureiras completam sem instrução em &lt;10 min  ·  3 delas cortam tecido e a peça é costurável  ·  Zero moldes em escala errada sem aviso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INNOVATION DIRECTOR  ·  Mercado e Posicionamento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/ SAM / SOM  +  Gap Competitivo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Competitivo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Audaces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562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R$ 800–2500/mês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664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para independentes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13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 3D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69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50/mês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3D, não em molde plano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266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Seamly2D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82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090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hostil, sem suporte BR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9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Papel + régua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95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dominante — o real concorrente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42062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Interface acessível + PDF em casa + preço individual — nenhum cobre os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Tamanho de Mercado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3931920" cy="8686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6276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2084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independentes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250–320M/ano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578608"/>
            <a:ext cx="3931920" cy="868680"/>
          </a:xfrm>
          <a:prstGeom prst="rect">
            <a:avLst/>
          </a:prstGeom>
          <a:solidFill>
            <a:srgbClr val="5B7EC4"/>
          </a:solidFill>
          <a:ln w="12700">
            <a:solidFill>
              <a:srgbClr val="5B7E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37760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+ LATAM PT/ES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715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R$ 350–950M/ano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3602736"/>
            <a:ext cx="3931920" cy="868680"/>
          </a:xfrm>
          <a:prstGeom prst="rect">
            <a:avLst/>
          </a:prstGeom>
          <a:solidFill>
            <a:srgbClr val="6B8FD3"/>
          </a:solidFill>
          <a:ln w="12700">
            <a:solidFill>
              <a:srgbClr val="6B8F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6758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24m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3776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capturável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73989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2.000–6.000 usuários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R$ 1,2–3,5M ARR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4617720"/>
            <a:ext cx="3931920" cy="292608"/>
          </a:xfrm>
          <a:prstGeom prst="rect">
            <a:avLst/>
          </a:prstGeom>
          <a:solidFill>
            <a:srgbClr val="0F0F0D"/>
          </a:solidFill>
          <a:ln w="12700">
            <a:solidFill>
              <a:srgbClr val="0F0F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617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MVP 12 meses: 500 usuários pagantes  ·  R$ ~295K ARR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INNOVATION DIRECTOR  ·  Monetização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com gate de exportação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só é percebido no momento da exportação. Usar esse momento como gate de conversão — igual ao Canva.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200400"/>
          </a:xfrm>
          <a:prstGeom prst="rect">
            <a:avLst/>
          </a:prstGeom>
          <a:solidFill>
            <a:srgbClr val="181816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grátis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exportações/mês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d'água no PDF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peça no catálogo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70832"/>
            <a:ext cx="2468880" cy="3017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708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743200" cy="3200400"/>
          </a:xfrm>
          <a:prstGeom prst="rect">
            <a:avLst/>
          </a:prstGeom>
          <a:solidFill>
            <a:srgbClr val="1A1810"/>
          </a:solidFill>
          <a:ln w="12700">
            <a:solidFill>
              <a:srgbClr val="B89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600200"/>
            <a:ext cx="2743200" cy="6400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463040"/>
            <a:ext cx="1097280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63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R$ 39/mês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9000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R$ 350/ano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7180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Exportações ilimitadas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marca d'água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moldes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370832"/>
            <a:ext cx="2468880" cy="30175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43708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aqui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2743200" cy="3200400"/>
          </a:xfrm>
          <a:prstGeom prst="rect">
            <a:avLst/>
          </a:prstGeom>
          <a:solidFill>
            <a:srgbClr val="181816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600200"/>
            <a:ext cx="2743200" cy="640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50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R$ 89/mês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55080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ateliês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97180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Multi-usuário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compartilhada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DXF para ploter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prioritário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370832"/>
            <a:ext cx="2468880" cy="3017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708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pós-MVP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F0D"/>
          </a:solidFill>
          <a:ln w="12700">
            <a:solidFill>
              <a:srgbClr val="0F0F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HIPÓTESES CRÍTICAS A VALIDAR ANTES DE CONSTRUIR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188720"/>
            <a:ext cx="91440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88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312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Usuária ajusta molde sozinha em &lt;10 min sem instrução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falsa: Produto complexo demais para o público proposto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10512"/>
            <a:ext cx="73152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1993392"/>
            <a:ext cx="9144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93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03120" y="18836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analógico é gap de mercado, não preferência cultural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176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falsa: A dor não é grande o suficiente para mudar comportamento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15184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2798064"/>
            <a:ext cx="91440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2798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03120" y="26883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de exportação converte usuárias free em pagas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2980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falsa: Precisa de outro mecanismo de monetização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798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19856"/>
            <a:ext cx="8595360" cy="68580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19856"/>
            <a:ext cx="73152" cy="685800"/>
          </a:xfrm>
          <a:prstGeom prst="rect">
            <a:avLst/>
          </a:prstGeom>
          <a:solidFill>
            <a:srgbClr val="5B7EC4"/>
          </a:solidFill>
          <a:ln w="12700">
            <a:solidFill>
              <a:srgbClr val="5B7E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E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1560" y="3602736"/>
            <a:ext cx="914400" cy="256032"/>
          </a:xfrm>
          <a:prstGeom prst="rect">
            <a:avLst/>
          </a:prstGeom>
          <a:solidFill>
            <a:srgbClr val="5B7EC4"/>
          </a:solidFill>
          <a:ln w="12700">
            <a:solidFill>
              <a:srgbClr val="5B7E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6027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03120" y="3493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YouTube/Instagram é o canal com melhor CAC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03120" y="3785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falsa: Produto não tem fit de demonstração em vídeo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F5F2EB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24528"/>
            <a:ext cx="73152" cy="685800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51560" y="4407408"/>
            <a:ext cx="914400" cy="256032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44074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03120" y="4297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A4 funciona em impressoras domésticas diferentes sem erro de escala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103120" y="4590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falsa: Prejuízo real para costureira antes de qualquer conversão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407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TÉCNICOS DO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falhar antes do beta público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51960" cy="1600200"/>
          </a:xfrm>
          <a:prstGeom prst="rect">
            <a:avLst/>
          </a:prstGeom>
          <a:solidFill>
            <a:srgbClr val="18181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64008" cy="1600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25880"/>
            <a:ext cx="82296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13075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  Propagação de dependências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916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quadril sem ajustar a perna gera molde geometricamente errado. Motor precisa de regras de propagação mapeadas explicitamente.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3134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Mitig.: Definir parâmetros dependentes/independentes. Exibir os que foram ajustados automaticamente.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51960" cy="1600200"/>
          </a:xfrm>
          <a:prstGeom prst="rect">
            <a:avLst/>
          </a:prstGeom>
          <a:solidFill>
            <a:srgbClr val="181816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600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325880"/>
            <a:ext cx="82296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258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19472" y="13075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  Medida do corpo ≠ medida do molde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6916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Costureira iniciante elimina a folga funcional ao 'corrigir' o molde. Se não explicado, gera peça que não veste.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9472" y="23134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Mitig.: Exibir as duas medidas separadas. Tooltip simples na interface.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251960" cy="1600200"/>
          </a:xfrm>
          <a:prstGeom prst="rect">
            <a:avLst/>
          </a:prstGeom>
          <a:solidFill>
            <a:srgbClr val="18181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63240"/>
            <a:ext cx="64008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154680"/>
            <a:ext cx="822960" cy="2377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154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" y="31363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  Escala de impressão incorreta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520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Impressora em modo 'ajustar ao tamanho da página' — molde sai fora de escala. Tecido desperdiçado.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41422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Mitig.: Quadrado 10×10cm no PDF + instrução visual proeminente antes do download.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251960" cy="1600200"/>
          </a:xfrm>
          <a:prstGeom prst="rect">
            <a:avLst/>
          </a:prstGeom>
          <a:solidFill>
            <a:srgbClr val="181816"/>
          </a:solidFill>
          <a:ln w="12700">
            <a:solidFill>
              <a:srgbClr val="5B7E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063240"/>
            <a:ext cx="64008" cy="1600200"/>
          </a:xfrm>
          <a:prstGeom prst="rect">
            <a:avLst/>
          </a:prstGeom>
          <a:solidFill>
            <a:srgbClr val="5B7EC4"/>
          </a:solidFill>
          <a:ln w="12700">
            <a:solidFill>
              <a:srgbClr val="5B7E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154680"/>
            <a:ext cx="822960" cy="237744"/>
          </a:xfrm>
          <a:prstGeom prst="rect">
            <a:avLst/>
          </a:prstGeom>
          <a:solidFill>
            <a:srgbClr val="5B7EC4"/>
          </a:solidFill>
          <a:ln w="12700">
            <a:solidFill>
              <a:srgbClr val="5B7E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154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19472" y="31363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  Limites do range paramétrico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3520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Proporções extremas (ex: quadril 130cm / cintura 60cm) podem gerar curvas incorretas silenciosamente.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41422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Mitig.: Definir e exibir limites de entrada. Aviso antes de gerar — nunca gerar errado sem feedback.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892040"/>
            <a:ext cx="8595360" cy="914400"/>
          </a:xfrm>
          <a:prstGeom prst="rect">
            <a:avLst/>
          </a:prstGeom>
          <a:solidFill>
            <a:srgbClr val="181816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892040"/>
            <a:ext cx="64008" cy="914400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983480"/>
            <a:ext cx="822960" cy="237744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9834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8912" y="49651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  Tessellation com peças grandes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" y="5349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sobreposição configurável (padrão 1cm) + preview do grid de folhas antes do download.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decisões do founder  +  Handoffs por equipe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 independente ou extensão da PHYLLOS?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separado. Marca de vestuário cria ruído no posicionamento de software.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64008" cy="777240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Quantos moldes no catálogo inicial?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peças: calça, saia, blusa, camiseta, regata. Menos parece incompleto; mais atrasa o lançamento.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64008" cy="777240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 de sucesso nos primeiros 90 dias?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cadastrados + 30 com pelo menos 1 exportação. Valida H1 e H2 antes de investir mais.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77840" y="1554480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554480"/>
            <a:ext cx="54864" cy="5303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6002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18105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regras de propagação entre parâmetros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176272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176272"/>
            <a:ext cx="54864" cy="530352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2219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24323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sessões não-guiadas + 10 entrevistas de dor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798064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798064"/>
            <a:ext cx="54864" cy="530352"/>
          </a:xfrm>
          <a:prstGeom prst="rect">
            <a:avLst/>
          </a:prstGeom>
          <a:solidFill>
            <a:srgbClr val="C08040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8437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0540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LTV × CAC por canal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419856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3419856"/>
            <a:ext cx="54864" cy="5303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4655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3675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identidade e narrativa independente da PHYLLOS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404164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4041648"/>
            <a:ext cx="54864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40873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42976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lista de espera via Instagram e Facebook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18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 CORRETO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construir tudo.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fechar o loop.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2286000" cy="36576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 →  Ajustar  →  Imprimir  →  Cortar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fica fora desse loop é risco de entrega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validação de valor.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PHYLLOS  ·  Fashion OS  ·  Junho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OS — Discovery de MVP</dc:title>
  <dc:subject>PptxGenJS Presentation</dc:subject>
  <dc:creator>PHYLLOS</dc:creator>
  <cp:lastModifiedBy>PHYLLOS</cp:lastModifiedBy>
  <cp:revision>1</cp:revision>
  <dcterms:created xsi:type="dcterms:W3CDTF">2026-06-11T13:37:55Z</dcterms:created>
  <dcterms:modified xsi:type="dcterms:W3CDTF">2026-06-11T13:37:55Z</dcterms:modified>
</cp:coreProperties>
</file>