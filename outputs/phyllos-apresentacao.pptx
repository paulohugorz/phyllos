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 QUE É A PHYLLOS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8503920" cy="1783080"/>
          </a:xfrm>
          <a:prstGeom prst="roundRect">
            <a:avLst>
              <a:gd name="adj" fmla="val 5128"/>
            </a:avLst>
          </a:prstGeom>
          <a:solidFill>
            <a:srgbClr val="0F1A12"/>
          </a:solidFill>
          <a:ln w="8890">
            <a:solidFill>
              <a:srgbClr val="2D4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8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PHYLLOS cria o </a:t>
            </a:r>
            <a:pPr indent="0" marL="0">
              <a:buNone/>
            </a:pPr>
            <a:r>
              <a:rPr lang="en-US" sz="165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passaporte digital</a:t>
            </a:r>
            <a:pPr indent="0" marL="0">
              <a:buNone/>
            </a:pPr>
            <a:r>
              <a:rPr lang="en-US" sz="1650" dirty="0">
                <a:solidFill>
                  <a:srgbClr val="E8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 roupas.</a:t>
            </a:r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peça ganha um QR que conta de onde vem,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tem dentro e quanto impacta o planeta.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01A12"/>
          </a:solidFill>
          <a:ln w="7620">
            <a:solidFill>
              <a:srgbClr val="2D4A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25786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01A12"/>
          </a:solidFill>
          <a:ln w="7620">
            <a:solidFill>
              <a:srgbClr val="2D4A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+ Regulação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25786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01A12"/>
          </a:solidFill>
          <a:ln w="7620">
            <a:solidFill>
              <a:srgbClr val="2D4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→ Europa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25786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01A12"/>
          </a:solidFill>
          <a:ln w="7620">
            <a:solidFill>
              <a:srgbClr val="2D4A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Marcas de Moda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" y="3621024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Independentes, ateliês,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e médias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44368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10712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10712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+ Passaporte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10712" y="3621024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com dados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verificáveis por peça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44368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6792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36792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 em vigor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36792" y="3621024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exige DPP têxtil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~2028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 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moda é opaca por padrão.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está virando problema de negócio.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0F1A12"/>
          </a:solidFill>
          <a:ln w="8890">
            <a:solidFill>
              <a:srgbClr val="2D4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EU ESPR (~2028):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peça têxtil vendida na Europa precisará ter passaporte digital com composição, origem e rastreabilidade.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624328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1A0A0A"/>
          </a:solidFill>
          <a:ln w="8890">
            <a:solidFill>
              <a:srgbClr val="4A202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715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no Excel ou papel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28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na cabeça do fornecedor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pergunta, marca não sabe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europeu exige, marca perde contrato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398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custa R$20–60k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624328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0A150D"/>
          </a:solidFill>
          <a:ln w="8890">
            <a:solidFill>
              <a:srgbClr val="2D4A3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2715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PHYLLOS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organizados em sistema único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328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na etiqueta responde o que a marca sabe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claro: declarado, calculado, verificado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lê o link e fecha o pedido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398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R$149 por peça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 SOLUÇÃO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PHYLLOS DPP Studio: arquivo técnico entra, passaporte sai.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= Digital Product Passport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0F1A12"/>
          </a:solidFill>
          <a:ln w="8890">
            <a:solidFill>
              <a:srgbClr val="2D4A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auditoria. Não é consultoria. É software que organiza o que a marca já sabe e publica com QR — sem prometer mais do que está documentado.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40864"/>
            <a:ext cx="310896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3408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MARCA TRAZ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20440" y="2340864"/>
            <a:ext cx="288036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PHYLLOS ENTREGA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92240" y="2340864"/>
            <a:ext cx="228600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340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8503920" cy="411480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dos tecidos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0168" y="2651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verificável no passaporte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68833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54096"/>
            <a:ext cx="8503920" cy="411480"/>
          </a:xfrm>
          <a:prstGeom prst="rect">
            <a:avLst/>
          </a:prstGeom>
          <a:solidFill>
            <a:srgbClr val="131313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090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+ nota fiscal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30168" y="30906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básica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31272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8503920" cy="411480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529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da peça + gramatura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30168" y="35295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água, carbono, energia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3566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31920"/>
            <a:ext cx="8503920" cy="411480"/>
          </a:xfrm>
          <a:prstGeom prst="rect">
            <a:avLst/>
          </a:prstGeom>
          <a:solidFill>
            <a:srgbClr val="131313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968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GOTS / OEKO-TEX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30168" y="39684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verificação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0050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370832"/>
            <a:ext cx="8503920" cy="411480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4074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ainda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30168" y="4407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aparece como ausente — sem greenwashing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3680" y="444398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COMO FUNCIONA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passos. Uma sessão de 60 minutos.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passaporte digital pronto.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7764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49324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13916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3916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65476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0068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0068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81628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46220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6220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Área/perda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7780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62372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2372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13932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8524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8524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30084" y="21396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94676" y="1938528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0F2018"/>
          </a:solidFill>
          <a:ln w="15240">
            <a:solidFill>
              <a:srgbClr val="4CAF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4676" y="1938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QR/Passaporte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4160520" cy="2176272"/>
          </a:xfrm>
          <a:prstGeom prst="roundRect">
            <a:avLst>
              <a:gd name="adj" fmla="val 33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MÍNIMOS — TIER 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30906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código da peça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419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fibras (%)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490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de fabricação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0782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de lavagem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074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de descarte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18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QR gerado em ~45 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4160520" cy="2176272"/>
          </a:xfrm>
          <a:prstGeom prst="roundRect">
            <a:avLst>
              <a:gd name="adj" fmla="val 33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28032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MAIS DADOS — TIER 2 / 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600" y="3090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Gramatura + área → carbono calculado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+ NF → documentado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GOTS → verificado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competitivo frente a quem só declara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MERCADO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global que vai ter que se adaptar de qualquer jeito.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" y="17556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INDEPENDENTES NO BRASIL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66344" y="19751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~12.000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" y="24688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1–5 SKUs ativas; as maiores já sentem pressão de buyers internacionais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2424" y="17556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EU OBRIGATÓRIA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92424" y="19751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~2028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92424" y="24688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têxtil exigido para vender na Europa. Cria urgência para exportadores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66420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18504" y="17556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SaaS B2B — FASE 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18504" y="19751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2,5M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18504" y="24688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estimado com múltiplos clientes e API para plataformas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ARR POR FASE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98448" y="3584448"/>
            <a:ext cx="3840480" cy="128016"/>
          </a:xfrm>
          <a:prstGeom prst="rect">
            <a:avLst/>
          </a:prstGeom>
          <a:solidFill>
            <a:srgbClr val="1E1E1E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8448" y="3584448"/>
            <a:ext cx="115214" cy="12801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858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98448" y="3950208"/>
            <a:ext cx="3840480" cy="128016"/>
          </a:xfrm>
          <a:prstGeom prst="rect">
            <a:avLst/>
          </a:prstGeom>
          <a:solidFill>
            <a:srgbClr val="1E1E1E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8448" y="3950208"/>
            <a:ext cx="460858" cy="12801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R$149–299/DPP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224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98448" y="4315968"/>
            <a:ext cx="3840480" cy="128016"/>
          </a:xfrm>
          <a:prstGeom prst="rect">
            <a:avLst/>
          </a:prstGeom>
          <a:solidFill>
            <a:srgbClr val="1E1E1E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98448" y="4315968"/>
            <a:ext cx="1152144" cy="12801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4224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R$490/mês/marca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590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298448" y="4681728"/>
            <a:ext cx="3840480" cy="128016"/>
          </a:xfrm>
          <a:prstGeom prst="rect">
            <a:avLst/>
          </a:prstGeom>
          <a:solidFill>
            <a:srgbClr val="1E1E1E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98448" y="4681728"/>
            <a:ext cx="3840480" cy="12801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45902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400K–2,5M ARR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07822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0F1A12"/>
          </a:solidFill>
          <a:ln w="8890">
            <a:solidFill>
              <a:srgbClr val="2D4A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33088"/>
            <a:ext cx="8229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como o sistema de NF-e para o varejo. Antes da lei, ninguém usava. Quando a lei chegou, todo mundo precisou. </a:t>
            </a:r>
            <a:pPr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PHYLLOS quer ser a empresa que já está operando quando a lei apertar.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MODELO DE NEGÓCIO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rotas de receita, escalonáveis.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24028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651760" y="1572768"/>
            <a:ext cx="224028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83480" y="1572768"/>
            <a:ext cx="192024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995160" y="1572768"/>
            <a:ext cx="169164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847088"/>
            <a:ext cx="8503920" cy="502920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92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passaporte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61488" y="1892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 1–3 SKUs testando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93208" y="18928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R$149–299 / DPP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04888" y="18928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Pós-piloto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8503920" cy="502920"/>
          </a:xfrm>
          <a:prstGeom prst="rect">
            <a:avLst/>
          </a:prstGeom>
          <a:solidFill>
            <a:srgbClr val="131313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61488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ativa, múltiplos SKUs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93208" y="2441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R$490/mês (até 10 SKUs)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04888" y="24414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44368"/>
            <a:ext cx="8503920" cy="502920"/>
          </a:xfrm>
          <a:prstGeom prst="rect">
            <a:avLst/>
          </a:prstGeom>
          <a:solidFill>
            <a:srgbClr val="161616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990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Plataforma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61488" y="2990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buyer, B2B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93208" y="29900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 USD 20–200K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04888" y="2990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" y="3611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INFRAESTRUTURA HOJE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R$0/mês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4315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local + Claude Code.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gasto fixo até ter usuário pagante.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889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28032" y="3611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MARGINAL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0060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~Zero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4800600" y="4315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próximo de zero por DPP gerado.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cliente paga quase tudo de margem.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ESTÁGIO ATUAL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construído. Piloto ativo. Primeiros DPPs reais em andamento.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8872" cy="11887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" y="1746504"/>
            <a:ext cx="0" cy="630936"/>
          </a:xfrm>
          <a:prstGeom prst="line">
            <a:avLst/>
          </a:prstGeom>
          <a:noFill/>
          <a:ln w="1016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— Concluído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DPP funcional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751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FastAPI, endpoints de publicação, QR real e flashcards públicos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118872" cy="11887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" y="2423160"/>
            <a:ext cx="0" cy="630936"/>
          </a:xfrm>
          <a:prstGeom prst="line">
            <a:avLst/>
          </a:prstGeom>
          <a:noFill/>
          <a:ln w="1016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— Concluído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24414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Studio v0 — interface web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7 etapas funcional no browser. Formulário guiado.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118872" cy="11887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" y="3099816"/>
            <a:ext cx="0" cy="630936"/>
          </a:xfrm>
          <a:prstGeom prst="line">
            <a:avLst/>
          </a:prstGeom>
          <a:noFill/>
          <a:ln w="1016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260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2026 — Agora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311810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assistido com 3–5 marcas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284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gratuita de 60 min. Marca sai com QR real e link público.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18872" cy="11887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" y="3776472"/>
            <a:ext cx="0" cy="630936"/>
          </a:xfrm>
          <a:prstGeom prst="line">
            <a:avLst/>
          </a:prstGeom>
          <a:noFill/>
          <a:ln w="1016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027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receita + decisão de modelo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0050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DPP (R$149–299) ou assinatura (R$490/mês)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334256"/>
            <a:ext cx="118872" cy="11887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793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47141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SaaS B2B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6817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plataformas e buyers como clientes. USD 400K–2,5M ARR.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PHYLLOS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PRÓXIMOS PASSOS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decisões de go/no-go nos próximos 30 dias.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0A150D"/>
          </a:solidFill>
          <a:ln w="10160">
            <a:solidFill>
              <a:srgbClr val="2D4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2066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traz Tier 1 em &lt;45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7797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compartilhado no Instagram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com buyer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usa o QR sem ser a marca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572768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14100A"/>
          </a:solidFill>
          <a:ln w="10160">
            <a:solidFill>
              <a:srgbClr val="4A3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passa de 90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7797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entregue mas não usado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entre DPP e auditoria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572768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140A0A"/>
          </a:solidFill>
          <a:ln w="10160">
            <a:solidFill>
              <a:srgbClr val="4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066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traz dados em 90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3368" y="27797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citado é organização interna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integração antes de adotar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462272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0F2018"/>
          </a:solidFill>
          <a:ln w="8890">
            <a:solidFill>
              <a:srgbClr val="2D4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80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"Você já sabe o que tem na sua peça. A PHYLLOS deixa qualquer pessoa descobrir isso com um QR."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PHYLLOS — Apresentação para Empresário</dc:title>
  <dc:subject>DPP Studio — Passaporte Digital para Moda</dc:subject>
  <dc:creator>PHYLLOS</dc:creator>
  <cp:lastModifiedBy>PHYLLOS</cp:lastModifiedBy>
  <cp:revision>1</cp:revision>
  <dcterms:created xsi:type="dcterms:W3CDTF">2026-06-25T14:58:02Z</dcterms:created>
  <dcterms:modified xsi:type="dcterms:W3CDTF">2026-06-25T14:58:02Z</dcterms:modified>
</cp:coreProperties>
</file>